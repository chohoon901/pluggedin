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9" d="100"/>
          <a:sy n="59" d="100"/>
        </p:scale>
        <p:origin x="1506" y="7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14EDC-5223-0FCB-6CFF-4DF1E381D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5FE396-857F-3A2F-139C-DD6064F33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0F87CE-DA18-875D-CECB-97079399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7EC523-18C2-DA0C-FC9C-DDD98CCE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12C23-DA8D-7A8A-22AD-656159A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59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8B528-8EBC-19B8-FD5D-F4C090A4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C11E27-6978-AC2B-FF0A-719FBE36C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48CADE-FDB1-B636-866A-5884CF08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43678-2A9D-8CF7-AD12-952743C0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2689E-1401-3949-27C4-C7922B03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2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67A76-F4A5-B502-ECF8-01C547D6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C520EF-F88A-1BB3-06D6-D6B25C736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BBAFF9-48CC-2892-6C3E-8B5F7AD43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45FD25-7FC2-A920-0914-10ADC28C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844BF7-3810-03CD-30A2-75621B83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648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3EAADD-6FF5-5715-C71C-DBEB2055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1D84AD-9219-1734-2AD1-D4C89374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0349C4-8048-26C8-7157-CDDF602BD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7B995E-F965-382D-7EF5-EDBC6D8B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0EEE26-1257-1A1C-24E3-FFEEF5B2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404311-9B3A-9208-3675-B8CEB8B2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27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E4F127-20AF-F6D5-2B61-2817CE7F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D29D15-F3A6-C796-72B2-913970114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B77FAF-7723-D362-1027-4077C8237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E93BFCB-73ED-693A-2912-BA92E7621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18F4E39-2A2E-4339-4118-F829EC8B0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4B616B9-8B0D-394A-BAEC-D38F203F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68DFCB8-888A-DFE8-F3B8-670CB6D1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B1B38D-F6FA-F924-6ECA-112750F6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21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B1D76C-8DB6-2F9A-9F77-4BFD927F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635099-FEE7-624D-5DD4-332A7B1A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11648A-55C8-1273-B922-A4646C52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6AE497-A83D-A0EC-FECE-87C74BD2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26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2F8ED0-73E4-E3E6-C68F-DC4FF2BA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9E07EF-8492-3CFB-5715-64AA9FDD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121524-90C1-3FD8-3D2A-6CC51106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04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A0C9B-C5AC-A7CA-E9CE-BFE7BD2C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523605-7CC9-15E2-A1BB-1E9DA188D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B91463-3BE8-7136-B3C9-605647B24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A35619-5785-BD05-589A-59E5AA59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73DAC8-C0C0-98FB-A2F2-235BD5553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6502A1-F0CA-E3F4-FFFB-B0BC7616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07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32118-D2AE-4527-2EF4-2466DB47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E078C8-429F-6F33-4DA0-0EE9CFB44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A8B0C9-EC96-25CF-66FB-0347489AF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F60600-2DA2-B8AB-9AC9-A2A39310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9C370E-EE89-DB98-E3A4-D3E06473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6E3397-30E3-5A16-AA79-2A65AE16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63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3873B-C7F0-C71B-4D9D-BA251E3F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EABB42-9BB9-D880-2680-346FA002B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858891-B779-700A-5474-1D1E77D4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39954F-A020-33F7-1FC8-AEAA3834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BBEF1C-D124-20C0-8A02-D8635698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95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B8E43C6-CB11-0690-727B-D7F14E4A1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49857B-185B-1D9F-E95F-BAF05C422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D8FD1F-0B0D-662C-3734-BD21D2FA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C49120-9B18-A493-D37F-0DEF5235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486389-96B3-EF6A-0C8C-4BB436A4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69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387EB1F-0A65-73A3-0D59-660D73C5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0E3B4A-D9AC-EC2A-DB3E-4E0C7473E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B411EC-AF88-6DFD-1BE9-0A63B3386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15946-19C7-46E1-B2BF-BFF7EC7C4E8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F61985-F19E-C123-6634-EFD1C2831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719AF8-E228-C61E-A1BF-359A2110F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689C5-0EFD-44E1-9E84-E04130EE9DF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50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6D74D-52FF-A394-FACC-77A2A0E70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21B93-B182-0F3B-9A3E-CB888430C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8619"/>
            <a:ext cx="9144000" cy="2387600"/>
          </a:xfrm>
        </p:spPr>
        <p:txBody>
          <a:bodyPr/>
          <a:lstStyle/>
          <a:p>
            <a:r>
              <a:rPr lang="de-DE" dirty="0" err="1"/>
              <a:t>PluggedIn</a:t>
            </a:r>
            <a:endParaRPr lang="de-DE" dirty="0"/>
          </a:p>
        </p:txBody>
      </p:sp>
      <p:pic>
        <p:nvPicPr>
          <p:cNvPr id="6" name="Grafik 5" descr="Green Tick Check Mark on Transparent Background 17177781 PNG">
            <a:extLst>
              <a:ext uri="{FF2B5EF4-FFF2-40B4-BE49-F238E27FC236}">
                <a16:creationId xmlns:a16="http://schemas.microsoft.com/office/drawing/2014/main" id="{8B46860E-B934-2FFD-CE41-76C8453D6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707" y="2902882"/>
            <a:ext cx="956227" cy="85254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E7566ED-8EFD-C553-466F-16E9CE05CF11}"/>
              </a:ext>
            </a:extLst>
          </p:cNvPr>
          <p:cNvSpPr txBox="1"/>
          <p:nvPr/>
        </p:nvSpPr>
        <p:spPr>
          <a:xfrm>
            <a:off x="345662" y="639293"/>
            <a:ext cx="70068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(1) Infrastructure Data</a:t>
            </a:r>
          </a:p>
          <a:p>
            <a:r>
              <a:rPr lang="de-DE" sz="3200" dirty="0"/>
              <a:t>      -NLR, OCM, OSM</a:t>
            </a:r>
          </a:p>
          <a:p>
            <a:r>
              <a:rPr lang="de-DE" sz="3200" dirty="0"/>
              <a:t>      -Flat </a:t>
            </a:r>
            <a:r>
              <a:rPr lang="de-DE" sz="3200" dirty="0" err="1"/>
              <a:t>records</a:t>
            </a:r>
            <a:r>
              <a:rPr lang="de-DE" sz="3200" dirty="0"/>
              <a:t> &amp;</a:t>
            </a:r>
          </a:p>
          <a:p>
            <a:r>
              <a:rPr lang="de-DE" sz="3200" dirty="0"/>
              <a:t>        </a:t>
            </a:r>
            <a:r>
              <a:rPr lang="de-DE" sz="3200" dirty="0" err="1"/>
              <a:t>free</a:t>
            </a:r>
            <a:r>
              <a:rPr lang="de-DE" sz="3200" dirty="0"/>
              <a:t>-text </a:t>
            </a:r>
            <a:r>
              <a:rPr lang="de-DE" sz="3200" dirty="0" err="1"/>
              <a:t>hours</a:t>
            </a:r>
            <a:endParaRPr lang="de-DE" sz="3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7506443-D7FC-ED5E-F5E4-D9BA0829A4A0}"/>
              </a:ext>
            </a:extLst>
          </p:cNvPr>
          <p:cNvSpPr txBox="1"/>
          <p:nvPr/>
        </p:nvSpPr>
        <p:spPr>
          <a:xfrm>
            <a:off x="5809434" y="726176"/>
            <a:ext cx="67984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(2) </a:t>
            </a:r>
            <a:r>
              <a:rPr lang="de-DE" sz="3200" b="1" dirty="0" err="1"/>
              <a:t>Interoperability</a:t>
            </a:r>
            <a:r>
              <a:rPr lang="de-DE" sz="3200" b="1" dirty="0"/>
              <a:t> </a:t>
            </a:r>
            <a:r>
              <a:rPr lang="de-DE" sz="3200" b="1" dirty="0" err="1"/>
              <a:t>Protocols</a:t>
            </a:r>
            <a:endParaRPr lang="de-DE" sz="3200" b="1" dirty="0"/>
          </a:p>
          <a:p>
            <a:r>
              <a:rPr lang="de-DE" sz="3200" dirty="0"/>
              <a:t>     -OCPI, OICP</a:t>
            </a:r>
          </a:p>
          <a:p>
            <a:r>
              <a:rPr lang="de-DE" sz="3200" dirty="0"/>
              <a:t>     -B2B/</a:t>
            </a:r>
            <a:r>
              <a:rPr lang="de-DE" sz="3200" dirty="0" err="1"/>
              <a:t>roaming</a:t>
            </a:r>
            <a:r>
              <a:rPr lang="de-DE" sz="3200" dirty="0"/>
              <a:t> </a:t>
            </a:r>
            <a:r>
              <a:rPr lang="de-DE" sz="3200" dirty="0" err="1"/>
              <a:t>only</a:t>
            </a:r>
            <a:r>
              <a:rPr lang="de-DE" sz="3200" dirty="0"/>
              <a:t> (Not </a:t>
            </a:r>
            <a:r>
              <a:rPr lang="de-DE" sz="3200" dirty="0" err="1"/>
              <a:t>public</a:t>
            </a:r>
            <a:r>
              <a:rPr lang="de-DE" sz="3200" dirty="0"/>
              <a:t>)</a:t>
            </a:r>
          </a:p>
        </p:txBody>
      </p:sp>
      <p:pic>
        <p:nvPicPr>
          <p:cNvPr id="17" name="Grafik 16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1E8A244C-0677-A852-D7BB-EBC3C921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4068539" y="1139380"/>
            <a:ext cx="559535" cy="538076"/>
          </a:xfrm>
          <a:prstGeom prst="rect">
            <a:avLst/>
          </a:prstGeom>
        </p:spPr>
      </p:pic>
      <p:pic>
        <p:nvPicPr>
          <p:cNvPr id="4" name="Grafik 3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8CD4F798-FE0D-ECFF-97B0-C6C0E57F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8584869" y="1249581"/>
            <a:ext cx="559535" cy="53807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03F8F61-625D-6781-FF8F-3B45F94C11FB}"/>
              </a:ext>
            </a:extLst>
          </p:cNvPr>
          <p:cNvSpPr txBox="1"/>
          <p:nvPr/>
        </p:nvSpPr>
        <p:spPr>
          <a:xfrm>
            <a:off x="360807" y="4308329"/>
            <a:ext cx="650044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(3) </a:t>
            </a:r>
            <a:r>
              <a:rPr lang="de-DE" sz="3200" b="1" dirty="0" err="1"/>
              <a:t>Semantic</a:t>
            </a:r>
            <a:r>
              <a:rPr lang="de-DE" sz="3200" b="1" dirty="0"/>
              <a:t> Models</a:t>
            </a:r>
          </a:p>
          <a:p>
            <a:r>
              <a:rPr lang="de-DE" sz="3200" dirty="0"/>
              <a:t>      -EVKG, EVCA</a:t>
            </a:r>
          </a:p>
          <a:p>
            <a:r>
              <a:rPr lang="de-DE" sz="3200" dirty="0"/>
              <a:t>      -Missing </a:t>
            </a:r>
            <a:r>
              <a:rPr lang="de-DE" sz="3200" dirty="0" err="1"/>
              <a:t>adapters</a:t>
            </a:r>
            <a:r>
              <a:rPr lang="de-DE" sz="3200" dirty="0"/>
              <a:t> &amp;</a:t>
            </a:r>
          </a:p>
          <a:p>
            <a:r>
              <a:rPr lang="de-DE" sz="3200" dirty="0"/>
              <a:t>        </a:t>
            </a:r>
            <a:r>
              <a:rPr lang="de-DE" sz="3200" dirty="0" err="1"/>
              <a:t>membership</a:t>
            </a:r>
            <a:endParaRPr lang="de-DE" sz="32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A797051-6E46-11AB-93F7-A786B6B33177}"/>
              </a:ext>
            </a:extLst>
          </p:cNvPr>
          <p:cNvSpPr txBox="1"/>
          <p:nvPr/>
        </p:nvSpPr>
        <p:spPr>
          <a:xfrm>
            <a:off x="5958457" y="4293102"/>
            <a:ext cx="65004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(4) Real-World Use</a:t>
            </a:r>
          </a:p>
          <a:p>
            <a:r>
              <a:rPr lang="de-DE" sz="3200" dirty="0"/>
              <a:t>      -</a:t>
            </a:r>
            <a:r>
              <a:rPr lang="de-DE" sz="3200" dirty="0" err="1"/>
              <a:t>PlugShare</a:t>
            </a:r>
            <a:r>
              <a:rPr lang="de-DE" sz="3200" dirty="0"/>
              <a:t> &amp; Apps</a:t>
            </a:r>
          </a:p>
          <a:p>
            <a:r>
              <a:rPr lang="de-DE" sz="3200" dirty="0"/>
              <a:t>      -Tells „</a:t>
            </a:r>
            <a:r>
              <a:rPr lang="de-DE" sz="3200" dirty="0" err="1"/>
              <a:t>Where</a:t>
            </a:r>
            <a:r>
              <a:rPr lang="de-DE" sz="3200" dirty="0"/>
              <a:t>“, not „</a:t>
            </a:r>
            <a:r>
              <a:rPr lang="de-DE" sz="3200" dirty="0" err="1"/>
              <a:t>Usable</a:t>
            </a:r>
            <a:r>
              <a:rPr lang="de-DE" sz="3200" dirty="0"/>
              <a:t> By“</a:t>
            </a:r>
          </a:p>
        </p:txBody>
      </p:sp>
      <p:pic>
        <p:nvPicPr>
          <p:cNvPr id="18" name="Grafik 17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4F6D699B-EF77-8FE3-22A8-034C3BDB6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3569323" y="4801304"/>
            <a:ext cx="559535" cy="538076"/>
          </a:xfrm>
          <a:prstGeom prst="rect">
            <a:avLst/>
          </a:prstGeom>
        </p:spPr>
      </p:pic>
      <p:pic>
        <p:nvPicPr>
          <p:cNvPr id="22" name="Grafik 21" descr="Red cross mark hand drawn style x sign – Royalty-Free Vector | VectorStock">
            <a:extLst>
              <a:ext uri="{FF2B5EF4-FFF2-40B4-BE49-F238E27FC236}">
                <a16:creationId xmlns:a16="http://schemas.microsoft.com/office/drawing/2014/main" id="{F1AC8DE3-C3C3-F1D7-3048-E7CB7F360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0" t="11835" r="8887" b="20061"/>
          <a:stretch>
            <a:fillRect/>
          </a:stretch>
        </p:blipFill>
        <p:spPr>
          <a:xfrm>
            <a:off x="9896612" y="4801304"/>
            <a:ext cx="559535" cy="5380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062DCC1-9E6E-7497-638A-F59E9507A43E}"/>
              </a:ext>
            </a:extLst>
          </p:cNvPr>
          <p:cNvSpPr txBox="1"/>
          <p:nvPr/>
        </p:nvSpPr>
        <p:spPr>
          <a:xfrm>
            <a:off x="7288093" y="6249645"/>
            <a:ext cx="5170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By: Elias Dockal, Jungwon Youn, </a:t>
            </a:r>
            <a:r>
              <a:rPr lang="de-DE" dirty="0" err="1"/>
              <a:t>Sunghun</a:t>
            </a:r>
            <a:r>
              <a:rPr lang="de-DE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88667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Breitbild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PluggedIn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Dockal</dc:creator>
  <cp:lastModifiedBy>Elias Dockal</cp:lastModifiedBy>
  <cp:revision>2</cp:revision>
  <dcterms:created xsi:type="dcterms:W3CDTF">2026-10-13T16:43:54Z</dcterms:created>
  <dcterms:modified xsi:type="dcterms:W3CDTF">2026-10-14T03:03:15Z</dcterms:modified>
</cp:coreProperties>
</file>